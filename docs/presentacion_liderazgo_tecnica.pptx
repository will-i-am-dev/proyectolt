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BDA4F5-EEDB-4366-9EA2-E513DAE81A3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433749F-CB44-4823-B2B2-E01C1D390077}">
      <dgm:prSet/>
      <dgm:spPr/>
      <dgm:t>
        <a:bodyPr/>
        <a:lstStyle/>
        <a:p>
          <a:r>
            <a:rPr lang="es-CO"/>
            <a:t>Propiedad Extrema (Ownership): Responsabilidad total del ciclo de vida del código.</a:t>
          </a:r>
          <a:endParaRPr lang="en-US"/>
        </a:p>
      </dgm:t>
    </dgm:pt>
    <dgm:pt modelId="{197638D9-880C-4366-864E-E36ADB639383}" type="parTrans" cxnId="{5D66EEFF-5BCC-416E-A02B-06AD8D1FD6D7}">
      <dgm:prSet/>
      <dgm:spPr/>
      <dgm:t>
        <a:bodyPr/>
        <a:lstStyle/>
        <a:p>
          <a:endParaRPr lang="en-US"/>
        </a:p>
      </dgm:t>
    </dgm:pt>
    <dgm:pt modelId="{187F8A74-16D3-4882-83B4-3D9E29C6CE5B}" type="sibTrans" cxnId="{5D66EEFF-5BCC-416E-A02B-06AD8D1FD6D7}">
      <dgm:prSet/>
      <dgm:spPr/>
      <dgm:t>
        <a:bodyPr/>
        <a:lstStyle/>
        <a:p>
          <a:endParaRPr lang="en-US"/>
        </a:p>
      </dgm:t>
    </dgm:pt>
    <dgm:pt modelId="{F8DEAEB1-BCB6-463F-BB53-4AC00A1368F5}">
      <dgm:prSet/>
      <dgm:spPr/>
      <dgm:t>
        <a:bodyPr/>
        <a:lstStyle/>
        <a:p>
          <a:r>
            <a:rPr lang="es-CO"/>
            <a:t>Entrega de Valor Continua: Fomentar metodologías ágiles y MVPs.</a:t>
          </a:r>
          <a:endParaRPr lang="en-US"/>
        </a:p>
      </dgm:t>
    </dgm:pt>
    <dgm:pt modelId="{56936482-321F-44FE-9DC2-B88B2DE01BD8}" type="parTrans" cxnId="{620E68E9-07B5-48FE-9216-DC8CD19F6ED1}">
      <dgm:prSet/>
      <dgm:spPr/>
      <dgm:t>
        <a:bodyPr/>
        <a:lstStyle/>
        <a:p>
          <a:endParaRPr lang="en-US"/>
        </a:p>
      </dgm:t>
    </dgm:pt>
    <dgm:pt modelId="{64698D7F-34BA-463D-9BDF-391282D3F696}" type="sibTrans" cxnId="{620E68E9-07B5-48FE-9216-DC8CD19F6ED1}">
      <dgm:prSet/>
      <dgm:spPr/>
      <dgm:t>
        <a:bodyPr/>
        <a:lstStyle/>
        <a:p>
          <a:endParaRPr lang="en-US"/>
        </a:p>
      </dgm:t>
    </dgm:pt>
    <dgm:pt modelId="{44AAADB7-EB84-4E38-B6FF-930F4F265EF1}">
      <dgm:prSet/>
      <dgm:spPr/>
      <dgm:t>
        <a:bodyPr/>
        <a:lstStyle/>
        <a:p>
          <a:r>
            <a:rPr lang="es-CO"/>
            <a:t>Mentalidad de Producto: Entender el 'porqué' técnico de cada funcionalidad.</a:t>
          </a:r>
          <a:endParaRPr lang="en-US"/>
        </a:p>
      </dgm:t>
    </dgm:pt>
    <dgm:pt modelId="{A1D001EF-C617-4976-A46D-12D0DD5BC942}" type="parTrans" cxnId="{49E1540A-6B0A-433B-B58D-F79356E3251C}">
      <dgm:prSet/>
      <dgm:spPr/>
      <dgm:t>
        <a:bodyPr/>
        <a:lstStyle/>
        <a:p>
          <a:endParaRPr lang="en-US"/>
        </a:p>
      </dgm:t>
    </dgm:pt>
    <dgm:pt modelId="{C3605BD1-469A-4938-AEE6-EB5017737311}" type="sibTrans" cxnId="{49E1540A-6B0A-433B-B58D-F79356E3251C}">
      <dgm:prSet/>
      <dgm:spPr/>
      <dgm:t>
        <a:bodyPr/>
        <a:lstStyle/>
        <a:p>
          <a:endParaRPr lang="en-US"/>
        </a:p>
      </dgm:t>
    </dgm:pt>
    <dgm:pt modelId="{1C1A1AEB-1E05-4597-A4C9-36DA3830A0A0}" type="pres">
      <dgm:prSet presAssocID="{F3BDA4F5-EEDB-4366-9EA2-E513DAE81A3A}" presName="linear" presStyleCnt="0">
        <dgm:presLayoutVars>
          <dgm:animLvl val="lvl"/>
          <dgm:resizeHandles val="exact"/>
        </dgm:presLayoutVars>
      </dgm:prSet>
      <dgm:spPr/>
    </dgm:pt>
    <dgm:pt modelId="{C14582BB-C780-4FF2-9296-BF311D5194BF}" type="pres">
      <dgm:prSet presAssocID="{A433749F-CB44-4823-B2B2-E01C1D39007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CEDDA64-7145-4B0D-9820-D95D2D8F9BA8}" type="pres">
      <dgm:prSet presAssocID="{187F8A74-16D3-4882-83B4-3D9E29C6CE5B}" presName="spacer" presStyleCnt="0"/>
      <dgm:spPr/>
    </dgm:pt>
    <dgm:pt modelId="{A64D262B-D22D-4D66-9848-708CD4BFD1CB}" type="pres">
      <dgm:prSet presAssocID="{F8DEAEB1-BCB6-463F-BB53-4AC00A1368F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51F1019-27EA-4172-BEC7-FE8458B560F8}" type="pres">
      <dgm:prSet presAssocID="{64698D7F-34BA-463D-9BDF-391282D3F696}" presName="spacer" presStyleCnt="0"/>
      <dgm:spPr/>
    </dgm:pt>
    <dgm:pt modelId="{0068B8A3-9C77-4EAA-BE9B-4854ECF4EE93}" type="pres">
      <dgm:prSet presAssocID="{44AAADB7-EB84-4E38-B6FF-930F4F265EF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9E1540A-6B0A-433B-B58D-F79356E3251C}" srcId="{F3BDA4F5-EEDB-4366-9EA2-E513DAE81A3A}" destId="{44AAADB7-EB84-4E38-B6FF-930F4F265EF1}" srcOrd="2" destOrd="0" parTransId="{A1D001EF-C617-4976-A46D-12D0DD5BC942}" sibTransId="{C3605BD1-469A-4938-AEE6-EB5017737311}"/>
    <dgm:cxn modelId="{34D0E40F-4D0B-4530-B516-09221BA44AF1}" type="presOf" srcId="{F3BDA4F5-EEDB-4366-9EA2-E513DAE81A3A}" destId="{1C1A1AEB-1E05-4597-A4C9-36DA3830A0A0}" srcOrd="0" destOrd="0" presId="urn:microsoft.com/office/officeart/2005/8/layout/vList2"/>
    <dgm:cxn modelId="{9075EF6E-0784-4FFC-B844-3CA77BC87305}" type="presOf" srcId="{44AAADB7-EB84-4E38-B6FF-930F4F265EF1}" destId="{0068B8A3-9C77-4EAA-BE9B-4854ECF4EE93}" srcOrd="0" destOrd="0" presId="urn:microsoft.com/office/officeart/2005/8/layout/vList2"/>
    <dgm:cxn modelId="{731A20B8-DCB1-46C5-93EF-E94D50E79BCB}" type="presOf" srcId="{F8DEAEB1-BCB6-463F-BB53-4AC00A1368F5}" destId="{A64D262B-D22D-4D66-9848-708CD4BFD1CB}" srcOrd="0" destOrd="0" presId="urn:microsoft.com/office/officeart/2005/8/layout/vList2"/>
    <dgm:cxn modelId="{02D945CB-BFEA-4E6C-AD50-6736C024F8FF}" type="presOf" srcId="{A433749F-CB44-4823-B2B2-E01C1D390077}" destId="{C14582BB-C780-4FF2-9296-BF311D5194BF}" srcOrd="0" destOrd="0" presId="urn:microsoft.com/office/officeart/2005/8/layout/vList2"/>
    <dgm:cxn modelId="{620E68E9-07B5-48FE-9216-DC8CD19F6ED1}" srcId="{F3BDA4F5-EEDB-4366-9EA2-E513DAE81A3A}" destId="{F8DEAEB1-BCB6-463F-BB53-4AC00A1368F5}" srcOrd="1" destOrd="0" parTransId="{56936482-321F-44FE-9DC2-B88B2DE01BD8}" sibTransId="{64698D7F-34BA-463D-9BDF-391282D3F696}"/>
    <dgm:cxn modelId="{5D66EEFF-5BCC-416E-A02B-06AD8D1FD6D7}" srcId="{F3BDA4F5-EEDB-4366-9EA2-E513DAE81A3A}" destId="{A433749F-CB44-4823-B2B2-E01C1D390077}" srcOrd="0" destOrd="0" parTransId="{197638D9-880C-4366-864E-E36ADB639383}" sibTransId="{187F8A74-16D3-4882-83B4-3D9E29C6CE5B}"/>
    <dgm:cxn modelId="{E8663522-8774-437D-BDBE-EFD642CF3BDD}" type="presParOf" srcId="{1C1A1AEB-1E05-4597-A4C9-36DA3830A0A0}" destId="{C14582BB-C780-4FF2-9296-BF311D5194BF}" srcOrd="0" destOrd="0" presId="urn:microsoft.com/office/officeart/2005/8/layout/vList2"/>
    <dgm:cxn modelId="{11D34A24-3D90-4E8F-BF47-036587FA15D2}" type="presParOf" srcId="{1C1A1AEB-1E05-4597-A4C9-36DA3830A0A0}" destId="{BCEDDA64-7145-4B0D-9820-D95D2D8F9BA8}" srcOrd="1" destOrd="0" presId="urn:microsoft.com/office/officeart/2005/8/layout/vList2"/>
    <dgm:cxn modelId="{039F1A70-30CB-42C8-8D55-1D93CDA121F7}" type="presParOf" srcId="{1C1A1AEB-1E05-4597-A4C9-36DA3830A0A0}" destId="{A64D262B-D22D-4D66-9848-708CD4BFD1CB}" srcOrd="2" destOrd="0" presId="urn:microsoft.com/office/officeart/2005/8/layout/vList2"/>
    <dgm:cxn modelId="{4E254E33-69C5-4DF9-A8BB-551F4B8CB08F}" type="presParOf" srcId="{1C1A1AEB-1E05-4597-A4C9-36DA3830A0A0}" destId="{651F1019-27EA-4172-BEC7-FE8458B560F8}" srcOrd="3" destOrd="0" presId="urn:microsoft.com/office/officeart/2005/8/layout/vList2"/>
    <dgm:cxn modelId="{D6BB744B-DB49-4F1E-B275-2ABACA3A25C5}" type="presParOf" srcId="{1C1A1AEB-1E05-4597-A4C9-36DA3830A0A0}" destId="{0068B8A3-9C77-4EAA-BE9B-4854ECF4EE9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0B851A-05AA-4437-B61E-46E36E22B3CE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2F13544-D563-4074-A2B9-669870018872}">
      <dgm:prSet/>
      <dgm:spPr/>
      <dgm:t>
        <a:bodyPr/>
        <a:lstStyle/>
        <a:p>
          <a:r>
            <a:rPr lang="es-CO"/>
            <a:t>Colaboración: Mentoría y Pair Programming para evitar silos de conocimiento.</a:t>
          </a:r>
          <a:endParaRPr lang="en-US"/>
        </a:p>
      </dgm:t>
    </dgm:pt>
    <dgm:pt modelId="{40800D78-6589-485B-8F80-29F3EDB173A3}" type="parTrans" cxnId="{EBFA1BE3-C655-46E4-844A-5FF8DC544889}">
      <dgm:prSet/>
      <dgm:spPr/>
      <dgm:t>
        <a:bodyPr/>
        <a:lstStyle/>
        <a:p>
          <a:endParaRPr lang="en-US"/>
        </a:p>
      </dgm:t>
    </dgm:pt>
    <dgm:pt modelId="{613DAE20-CBCA-40B3-A7FA-3EEDB5A5362A}" type="sibTrans" cxnId="{EBFA1BE3-C655-46E4-844A-5FF8DC544889}">
      <dgm:prSet/>
      <dgm:spPr/>
      <dgm:t>
        <a:bodyPr/>
        <a:lstStyle/>
        <a:p>
          <a:endParaRPr lang="en-US"/>
        </a:p>
      </dgm:t>
    </dgm:pt>
    <dgm:pt modelId="{3BB0B9B4-B9D9-46FE-B553-FA2B388F35F5}">
      <dgm:prSet/>
      <dgm:spPr/>
      <dgm:t>
        <a:bodyPr/>
        <a:lstStyle/>
        <a:p>
          <a:r>
            <a:rPr lang="es-CO"/>
            <a:t>Feedback: Retrospectivas técnicas constantes para la mejora continua.</a:t>
          </a:r>
          <a:endParaRPr lang="en-US"/>
        </a:p>
      </dgm:t>
    </dgm:pt>
    <dgm:pt modelId="{26FE0083-6FC6-40DE-B471-BAD92D2F471F}" type="parTrans" cxnId="{03D2F7F0-3CAD-483A-BA98-29BF797F7FC0}">
      <dgm:prSet/>
      <dgm:spPr/>
      <dgm:t>
        <a:bodyPr/>
        <a:lstStyle/>
        <a:p>
          <a:endParaRPr lang="en-US"/>
        </a:p>
      </dgm:t>
    </dgm:pt>
    <dgm:pt modelId="{21C16EEB-9226-44F5-A047-2EAB24464F3D}" type="sibTrans" cxnId="{03D2F7F0-3CAD-483A-BA98-29BF797F7FC0}">
      <dgm:prSet/>
      <dgm:spPr/>
      <dgm:t>
        <a:bodyPr/>
        <a:lstStyle/>
        <a:p>
          <a:endParaRPr lang="en-US"/>
        </a:p>
      </dgm:t>
    </dgm:pt>
    <dgm:pt modelId="{17F5F631-6F1E-4C52-A4D6-A82D532AF51B}" type="pres">
      <dgm:prSet presAssocID="{B10B851A-05AA-4437-B61E-46E36E22B3CE}" presName="vert0" presStyleCnt="0">
        <dgm:presLayoutVars>
          <dgm:dir/>
          <dgm:animOne val="branch"/>
          <dgm:animLvl val="lvl"/>
        </dgm:presLayoutVars>
      </dgm:prSet>
      <dgm:spPr/>
    </dgm:pt>
    <dgm:pt modelId="{E17CDB7F-39D9-4712-8779-9D2F542082ED}" type="pres">
      <dgm:prSet presAssocID="{F2F13544-D563-4074-A2B9-669870018872}" presName="thickLine" presStyleLbl="alignNode1" presStyleIdx="0" presStyleCnt="2"/>
      <dgm:spPr/>
    </dgm:pt>
    <dgm:pt modelId="{9357A88B-58BC-4362-A978-E691F7CDE560}" type="pres">
      <dgm:prSet presAssocID="{F2F13544-D563-4074-A2B9-669870018872}" presName="horz1" presStyleCnt="0"/>
      <dgm:spPr/>
    </dgm:pt>
    <dgm:pt modelId="{218C2DA4-34B5-4797-821F-B6823536C8F7}" type="pres">
      <dgm:prSet presAssocID="{F2F13544-D563-4074-A2B9-669870018872}" presName="tx1" presStyleLbl="revTx" presStyleIdx="0" presStyleCnt="2"/>
      <dgm:spPr/>
    </dgm:pt>
    <dgm:pt modelId="{C35538C8-129C-46A2-A605-7766625DDFE0}" type="pres">
      <dgm:prSet presAssocID="{F2F13544-D563-4074-A2B9-669870018872}" presName="vert1" presStyleCnt="0"/>
      <dgm:spPr/>
    </dgm:pt>
    <dgm:pt modelId="{18929E0F-3BD3-4256-8296-4F60C3CF206E}" type="pres">
      <dgm:prSet presAssocID="{3BB0B9B4-B9D9-46FE-B553-FA2B388F35F5}" presName="thickLine" presStyleLbl="alignNode1" presStyleIdx="1" presStyleCnt="2"/>
      <dgm:spPr/>
    </dgm:pt>
    <dgm:pt modelId="{0C010E2C-5DC2-4498-A13F-3757174EFFA4}" type="pres">
      <dgm:prSet presAssocID="{3BB0B9B4-B9D9-46FE-B553-FA2B388F35F5}" presName="horz1" presStyleCnt="0"/>
      <dgm:spPr/>
    </dgm:pt>
    <dgm:pt modelId="{CFA60CA4-AB44-4204-9CCF-F471828AC800}" type="pres">
      <dgm:prSet presAssocID="{3BB0B9B4-B9D9-46FE-B553-FA2B388F35F5}" presName="tx1" presStyleLbl="revTx" presStyleIdx="1" presStyleCnt="2"/>
      <dgm:spPr/>
    </dgm:pt>
    <dgm:pt modelId="{E7DAB3B2-7164-423D-88F3-49A2245AF4A6}" type="pres">
      <dgm:prSet presAssocID="{3BB0B9B4-B9D9-46FE-B553-FA2B388F35F5}" presName="vert1" presStyleCnt="0"/>
      <dgm:spPr/>
    </dgm:pt>
  </dgm:ptLst>
  <dgm:cxnLst>
    <dgm:cxn modelId="{DCF3A10D-1F93-4834-9D8B-E5141A46CA2D}" type="presOf" srcId="{B10B851A-05AA-4437-B61E-46E36E22B3CE}" destId="{17F5F631-6F1E-4C52-A4D6-A82D532AF51B}" srcOrd="0" destOrd="0" presId="urn:microsoft.com/office/officeart/2008/layout/LinedList"/>
    <dgm:cxn modelId="{3FDE7A9B-8219-404A-8607-5FAD2E668F3B}" type="presOf" srcId="{F2F13544-D563-4074-A2B9-669870018872}" destId="{218C2DA4-34B5-4797-821F-B6823536C8F7}" srcOrd="0" destOrd="0" presId="urn:microsoft.com/office/officeart/2008/layout/LinedList"/>
    <dgm:cxn modelId="{EF151EB1-E297-46BE-B695-E34EC75F057C}" type="presOf" srcId="{3BB0B9B4-B9D9-46FE-B553-FA2B388F35F5}" destId="{CFA60CA4-AB44-4204-9CCF-F471828AC800}" srcOrd="0" destOrd="0" presId="urn:microsoft.com/office/officeart/2008/layout/LinedList"/>
    <dgm:cxn modelId="{EBFA1BE3-C655-46E4-844A-5FF8DC544889}" srcId="{B10B851A-05AA-4437-B61E-46E36E22B3CE}" destId="{F2F13544-D563-4074-A2B9-669870018872}" srcOrd="0" destOrd="0" parTransId="{40800D78-6589-485B-8F80-29F3EDB173A3}" sibTransId="{613DAE20-CBCA-40B3-A7FA-3EEDB5A5362A}"/>
    <dgm:cxn modelId="{03D2F7F0-3CAD-483A-BA98-29BF797F7FC0}" srcId="{B10B851A-05AA-4437-B61E-46E36E22B3CE}" destId="{3BB0B9B4-B9D9-46FE-B553-FA2B388F35F5}" srcOrd="1" destOrd="0" parTransId="{26FE0083-6FC6-40DE-B471-BAD92D2F471F}" sibTransId="{21C16EEB-9226-44F5-A047-2EAB24464F3D}"/>
    <dgm:cxn modelId="{DEC0E728-4B3E-42E0-80A7-EAAB5CB8DB67}" type="presParOf" srcId="{17F5F631-6F1E-4C52-A4D6-A82D532AF51B}" destId="{E17CDB7F-39D9-4712-8779-9D2F542082ED}" srcOrd="0" destOrd="0" presId="urn:microsoft.com/office/officeart/2008/layout/LinedList"/>
    <dgm:cxn modelId="{9CC4B900-3B35-488E-A1C4-C6A5BC771FAF}" type="presParOf" srcId="{17F5F631-6F1E-4C52-A4D6-A82D532AF51B}" destId="{9357A88B-58BC-4362-A978-E691F7CDE560}" srcOrd="1" destOrd="0" presId="urn:microsoft.com/office/officeart/2008/layout/LinedList"/>
    <dgm:cxn modelId="{5D41FF0F-327B-413F-8D50-3FE059B4D7BB}" type="presParOf" srcId="{9357A88B-58BC-4362-A978-E691F7CDE560}" destId="{218C2DA4-34B5-4797-821F-B6823536C8F7}" srcOrd="0" destOrd="0" presId="urn:microsoft.com/office/officeart/2008/layout/LinedList"/>
    <dgm:cxn modelId="{7551A509-FD57-4B51-96A9-4B77B358A3A3}" type="presParOf" srcId="{9357A88B-58BC-4362-A978-E691F7CDE560}" destId="{C35538C8-129C-46A2-A605-7766625DDFE0}" srcOrd="1" destOrd="0" presId="urn:microsoft.com/office/officeart/2008/layout/LinedList"/>
    <dgm:cxn modelId="{C292D835-4FB1-4572-BB75-A4A7AAAEE297}" type="presParOf" srcId="{17F5F631-6F1E-4C52-A4D6-A82D532AF51B}" destId="{18929E0F-3BD3-4256-8296-4F60C3CF206E}" srcOrd="2" destOrd="0" presId="urn:microsoft.com/office/officeart/2008/layout/LinedList"/>
    <dgm:cxn modelId="{36094AF7-2F15-42D3-8DD2-616DEF204E71}" type="presParOf" srcId="{17F5F631-6F1E-4C52-A4D6-A82D532AF51B}" destId="{0C010E2C-5DC2-4498-A13F-3757174EFFA4}" srcOrd="3" destOrd="0" presId="urn:microsoft.com/office/officeart/2008/layout/LinedList"/>
    <dgm:cxn modelId="{9FC75880-B374-44EE-95AB-8612F229442C}" type="presParOf" srcId="{0C010E2C-5DC2-4498-A13F-3757174EFFA4}" destId="{CFA60CA4-AB44-4204-9CCF-F471828AC800}" srcOrd="0" destOrd="0" presId="urn:microsoft.com/office/officeart/2008/layout/LinedList"/>
    <dgm:cxn modelId="{1ECF11A1-E726-45C0-A57A-E007E3653B0C}" type="presParOf" srcId="{0C010E2C-5DC2-4498-A13F-3757174EFFA4}" destId="{E7DAB3B2-7164-423D-88F3-49A2245AF4A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5B9818-BB93-4876-8370-AAE79096E415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7524A6A-D1C6-4770-A305-1225145319AE}">
      <dgm:prSet/>
      <dgm:spPr/>
      <dgm:t>
        <a:bodyPr/>
        <a:lstStyle/>
        <a:p>
          <a:r>
            <a:rPr lang="es-CO"/>
            <a:t>Detección Temprana: Cultura de reporte proactivo de impedimentos.</a:t>
          </a:r>
          <a:endParaRPr lang="en-US"/>
        </a:p>
      </dgm:t>
    </dgm:pt>
    <dgm:pt modelId="{77ADA610-E5DA-4160-84F6-DD2668369313}" type="parTrans" cxnId="{25FDFD7B-A72A-445F-BD3C-A73F8CD2A989}">
      <dgm:prSet/>
      <dgm:spPr/>
      <dgm:t>
        <a:bodyPr/>
        <a:lstStyle/>
        <a:p>
          <a:endParaRPr lang="en-US"/>
        </a:p>
      </dgm:t>
    </dgm:pt>
    <dgm:pt modelId="{3EBCFC6F-8135-45AD-9B56-EAC446B83004}" type="sibTrans" cxnId="{25FDFD7B-A72A-445F-BD3C-A73F8CD2A989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7F6CEA4A-3F4E-4F63-B418-3E94265C1568}">
      <dgm:prSet/>
      <dgm:spPr/>
      <dgm:t>
        <a:bodyPr/>
        <a:lstStyle/>
        <a:p>
          <a:r>
            <a:rPr lang="es-CO"/>
            <a:t>Deuda Técnica: Equilibrio estratégico entre velocidad y salud del sistema.</a:t>
          </a:r>
          <a:endParaRPr lang="en-US"/>
        </a:p>
      </dgm:t>
    </dgm:pt>
    <dgm:pt modelId="{2046E0E1-0E9D-4943-86A1-F273E757CFD4}" type="parTrans" cxnId="{81889A04-F2AB-4749-B2E1-F69F708B7448}">
      <dgm:prSet/>
      <dgm:spPr/>
      <dgm:t>
        <a:bodyPr/>
        <a:lstStyle/>
        <a:p>
          <a:endParaRPr lang="en-US"/>
        </a:p>
      </dgm:t>
    </dgm:pt>
    <dgm:pt modelId="{9BEBA046-9107-42D4-BD7D-3CAB77F1F804}" type="sibTrans" cxnId="{81889A04-F2AB-4749-B2E1-F69F708B7448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60DDEC8C-0025-4260-A985-338AC4C5FD8D}">
      <dgm:prSet/>
      <dgm:spPr/>
      <dgm:t>
        <a:bodyPr/>
        <a:lstStyle/>
        <a:p>
          <a:r>
            <a:rPr lang="es-CO"/>
            <a:t>Mitigación: Planes de contingencia para servicios críticos y dependencias.</a:t>
          </a:r>
          <a:endParaRPr lang="en-US"/>
        </a:p>
      </dgm:t>
    </dgm:pt>
    <dgm:pt modelId="{8586CA33-E497-4D8E-888C-C3D2F95DD039}" type="parTrans" cxnId="{4759625F-FD86-4927-9833-B09C25492E03}">
      <dgm:prSet/>
      <dgm:spPr/>
      <dgm:t>
        <a:bodyPr/>
        <a:lstStyle/>
        <a:p>
          <a:endParaRPr lang="en-US"/>
        </a:p>
      </dgm:t>
    </dgm:pt>
    <dgm:pt modelId="{3EC91F3A-2748-4FAC-A1CB-BFB954B881EC}" type="sibTrans" cxnId="{4759625F-FD86-4927-9833-B09C25492E03}">
      <dgm:prSet phldrT="03"/>
      <dgm:spPr/>
      <dgm:t>
        <a:bodyPr/>
        <a:lstStyle/>
        <a:p>
          <a:endParaRPr lang="en-US"/>
        </a:p>
      </dgm:t>
    </dgm:pt>
    <dgm:pt modelId="{E4348146-BA44-4D13-B497-8D2195706837}" type="pres">
      <dgm:prSet presAssocID="{605B9818-BB93-4876-8370-AAE79096E415}" presName="outerComposite" presStyleCnt="0">
        <dgm:presLayoutVars>
          <dgm:chMax val="5"/>
          <dgm:dir/>
          <dgm:resizeHandles val="exact"/>
        </dgm:presLayoutVars>
      </dgm:prSet>
      <dgm:spPr/>
    </dgm:pt>
    <dgm:pt modelId="{670F8FA0-B46B-46CA-9B22-124CF75BA307}" type="pres">
      <dgm:prSet presAssocID="{605B9818-BB93-4876-8370-AAE79096E415}" presName="dummyMaxCanvas" presStyleCnt="0">
        <dgm:presLayoutVars/>
      </dgm:prSet>
      <dgm:spPr/>
    </dgm:pt>
    <dgm:pt modelId="{A2A95CE5-996D-4BC8-9206-032D50B711A4}" type="pres">
      <dgm:prSet presAssocID="{605B9818-BB93-4876-8370-AAE79096E415}" presName="ThreeNodes_1" presStyleLbl="node1" presStyleIdx="0" presStyleCnt="3">
        <dgm:presLayoutVars>
          <dgm:bulletEnabled val="1"/>
        </dgm:presLayoutVars>
      </dgm:prSet>
      <dgm:spPr/>
    </dgm:pt>
    <dgm:pt modelId="{1510ECE4-3907-413C-B27D-3A3349620960}" type="pres">
      <dgm:prSet presAssocID="{605B9818-BB93-4876-8370-AAE79096E415}" presName="ThreeNodes_2" presStyleLbl="node1" presStyleIdx="1" presStyleCnt="3">
        <dgm:presLayoutVars>
          <dgm:bulletEnabled val="1"/>
        </dgm:presLayoutVars>
      </dgm:prSet>
      <dgm:spPr/>
    </dgm:pt>
    <dgm:pt modelId="{1EB11CD6-79D9-431B-89BF-0D981EAD9CFF}" type="pres">
      <dgm:prSet presAssocID="{605B9818-BB93-4876-8370-AAE79096E415}" presName="ThreeNodes_3" presStyleLbl="node1" presStyleIdx="2" presStyleCnt="3">
        <dgm:presLayoutVars>
          <dgm:bulletEnabled val="1"/>
        </dgm:presLayoutVars>
      </dgm:prSet>
      <dgm:spPr/>
    </dgm:pt>
    <dgm:pt modelId="{1FC50611-9C76-4EB7-944B-20E38638843D}" type="pres">
      <dgm:prSet presAssocID="{605B9818-BB93-4876-8370-AAE79096E415}" presName="ThreeConn_1-2" presStyleLbl="fgAccFollowNode1" presStyleIdx="0" presStyleCnt="2">
        <dgm:presLayoutVars>
          <dgm:bulletEnabled val="1"/>
        </dgm:presLayoutVars>
      </dgm:prSet>
      <dgm:spPr/>
    </dgm:pt>
    <dgm:pt modelId="{EBE7090E-B55B-420A-B8A4-7AE6EA56D246}" type="pres">
      <dgm:prSet presAssocID="{605B9818-BB93-4876-8370-AAE79096E415}" presName="ThreeConn_2-3" presStyleLbl="fgAccFollowNode1" presStyleIdx="1" presStyleCnt="2">
        <dgm:presLayoutVars>
          <dgm:bulletEnabled val="1"/>
        </dgm:presLayoutVars>
      </dgm:prSet>
      <dgm:spPr/>
    </dgm:pt>
    <dgm:pt modelId="{EE91F61B-DF9A-407E-A99D-25123C22D909}" type="pres">
      <dgm:prSet presAssocID="{605B9818-BB93-4876-8370-AAE79096E415}" presName="ThreeNodes_1_text" presStyleLbl="node1" presStyleIdx="2" presStyleCnt="3">
        <dgm:presLayoutVars>
          <dgm:bulletEnabled val="1"/>
        </dgm:presLayoutVars>
      </dgm:prSet>
      <dgm:spPr/>
    </dgm:pt>
    <dgm:pt modelId="{EE3AFEC2-FD16-46F4-98EA-3DE4D44E66B2}" type="pres">
      <dgm:prSet presAssocID="{605B9818-BB93-4876-8370-AAE79096E415}" presName="ThreeNodes_2_text" presStyleLbl="node1" presStyleIdx="2" presStyleCnt="3">
        <dgm:presLayoutVars>
          <dgm:bulletEnabled val="1"/>
        </dgm:presLayoutVars>
      </dgm:prSet>
      <dgm:spPr/>
    </dgm:pt>
    <dgm:pt modelId="{AD0AD3C9-B79C-4830-9BC5-658E9DE71B90}" type="pres">
      <dgm:prSet presAssocID="{605B9818-BB93-4876-8370-AAE79096E41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1889A04-F2AB-4749-B2E1-F69F708B7448}" srcId="{605B9818-BB93-4876-8370-AAE79096E415}" destId="{7F6CEA4A-3F4E-4F63-B418-3E94265C1568}" srcOrd="1" destOrd="0" parTransId="{2046E0E1-0E9D-4943-86A1-F273E757CFD4}" sibTransId="{9BEBA046-9107-42D4-BD7D-3CAB77F1F804}"/>
    <dgm:cxn modelId="{1B682840-3947-4E38-8241-C25A59684E7A}" type="presOf" srcId="{B7524A6A-D1C6-4770-A305-1225145319AE}" destId="{A2A95CE5-996D-4BC8-9206-032D50B711A4}" srcOrd="0" destOrd="0" presId="urn:microsoft.com/office/officeart/2005/8/layout/vProcess5"/>
    <dgm:cxn modelId="{4759625F-FD86-4927-9833-B09C25492E03}" srcId="{605B9818-BB93-4876-8370-AAE79096E415}" destId="{60DDEC8C-0025-4260-A985-338AC4C5FD8D}" srcOrd="2" destOrd="0" parTransId="{8586CA33-E497-4D8E-888C-C3D2F95DD039}" sibTransId="{3EC91F3A-2748-4FAC-A1CB-BFB954B881EC}"/>
    <dgm:cxn modelId="{20B60E67-4CD6-4B33-B8D1-DE45B09B1A80}" type="presOf" srcId="{605B9818-BB93-4876-8370-AAE79096E415}" destId="{E4348146-BA44-4D13-B497-8D2195706837}" srcOrd="0" destOrd="0" presId="urn:microsoft.com/office/officeart/2005/8/layout/vProcess5"/>
    <dgm:cxn modelId="{25FDFD7B-A72A-445F-BD3C-A73F8CD2A989}" srcId="{605B9818-BB93-4876-8370-AAE79096E415}" destId="{B7524A6A-D1C6-4770-A305-1225145319AE}" srcOrd="0" destOrd="0" parTransId="{77ADA610-E5DA-4160-84F6-DD2668369313}" sibTransId="{3EBCFC6F-8135-45AD-9B56-EAC446B83004}"/>
    <dgm:cxn modelId="{6608A1BC-127D-436C-B925-E833963F88D3}" type="presOf" srcId="{7F6CEA4A-3F4E-4F63-B418-3E94265C1568}" destId="{EE3AFEC2-FD16-46F4-98EA-3DE4D44E66B2}" srcOrd="1" destOrd="0" presId="urn:microsoft.com/office/officeart/2005/8/layout/vProcess5"/>
    <dgm:cxn modelId="{FFD372C2-0B43-4A1E-8FE1-A3357E2FB444}" type="presOf" srcId="{9BEBA046-9107-42D4-BD7D-3CAB77F1F804}" destId="{EBE7090E-B55B-420A-B8A4-7AE6EA56D246}" srcOrd="0" destOrd="0" presId="urn:microsoft.com/office/officeart/2005/8/layout/vProcess5"/>
    <dgm:cxn modelId="{461CEBC3-86F4-4BDF-B964-42BFC82995E7}" type="presOf" srcId="{60DDEC8C-0025-4260-A985-338AC4C5FD8D}" destId="{AD0AD3C9-B79C-4830-9BC5-658E9DE71B90}" srcOrd="1" destOrd="0" presId="urn:microsoft.com/office/officeart/2005/8/layout/vProcess5"/>
    <dgm:cxn modelId="{97B4BDCB-239D-44B4-8CF6-2D78172E16DF}" type="presOf" srcId="{7F6CEA4A-3F4E-4F63-B418-3E94265C1568}" destId="{1510ECE4-3907-413C-B27D-3A3349620960}" srcOrd="0" destOrd="0" presId="urn:microsoft.com/office/officeart/2005/8/layout/vProcess5"/>
    <dgm:cxn modelId="{6C2D8BDA-8136-496E-B61A-3C32DB3A9B61}" type="presOf" srcId="{60DDEC8C-0025-4260-A985-338AC4C5FD8D}" destId="{1EB11CD6-79D9-431B-89BF-0D981EAD9CFF}" srcOrd="0" destOrd="0" presId="urn:microsoft.com/office/officeart/2005/8/layout/vProcess5"/>
    <dgm:cxn modelId="{5D0194DC-0B51-4DB5-A745-5B6C4133C137}" type="presOf" srcId="{B7524A6A-D1C6-4770-A305-1225145319AE}" destId="{EE91F61B-DF9A-407E-A99D-25123C22D909}" srcOrd="1" destOrd="0" presId="urn:microsoft.com/office/officeart/2005/8/layout/vProcess5"/>
    <dgm:cxn modelId="{17DCBEF1-1559-4A94-9580-EA70D6B50C4C}" type="presOf" srcId="{3EBCFC6F-8135-45AD-9B56-EAC446B83004}" destId="{1FC50611-9C76-4EB7-944B-20E38638843D}" srcOrd="0" destOrd="0" presId="urn:microsoft.com/office/officeart/2005/8/layout/vProcess5"/>
    <dgm:cxn modelId="{3FA6B631-59E9-47D6-B09C-E7C2CC2E4A61}" type="presParOf" srcId="{E4348146-BA44-4D13-B497-8D2195706837}" destId="{670F8FA0-B46B-46CA-9B22-124CF75BA307}" srcOrd="0" destOrd="0" presId="urn:microsoft.com/office/officeart/2005/8/layout/vProcess5"/>
    <dgm:cxn modelId="{5222EA0D-4791-4636-9B5A-863E5A96E4C2}" type="presParOf" srcId="{E4348146-BA44-4D13-B497-8D2195706837}" destId="{A2A95CE5-996D-4BC8-9206-032D50B711A4}" srcOrd="1" destOrd="0" presId="urn:microsoft.com/office/officeart/2005/8/layout/vProcess5"/>
    <dgm:cxn modelId="{ED1836AD-2E23-4557-B857-AC185E096A16}" type="presParOf" srcId="{E4348146-BA44-4D13-B497-8D2195706837}" destId="{1510ECE4-3907-413C-B27D-3A3349620960}" srcOrd="2" destOrd="0" presId="urn:microsoft.com/office/officeart/2005/8/layout/vProcess5"/>
    <dgm:cxn modelId="{5CE89352-8527-4B83-9A9B-BE9F8B40FCE9}" type="presParOf" srcId="{E4348146-BA44-4D13-B497-8D2195706837}" destId="{1EB11CD6-79D9-431B-89BF-0D981EAD9CFF}" srcOrd="3" destOrd="0" presId="urn:microsoft.com/office/officeart/2005/8/layout/vProcess5"/>
    <dgm:cxn modelId="{EE68CFC3-451F-4D49-B261-BC3BCCF82AA3}" type="presParOf" srcId="{E4348146-BA44-4D13-B497-8D2195706837}" destId="{1FC50611-9C76-4EB7-944B-20E38638843D}" srcOrd="4" destOrd="0" presId="urn:microsoft.com/office/officeart/2005/8/layout/vProcess5"/>
    <dgm:cxn modelId="{1E0D19CC-B06D-4EA1-B26F-931CF7069F29}" type="presParOf" srcId="{E4348146-BA44-4D13-B497-8D2195706837}" destId="{EBE7090E-B55B-420A-B8A4-7AE6EA56D246}" srcOrd="5" destOrd="0" presId="urn:microsoft.com/office/officeart/2005/8/layout/vProcess5"/>
    <dgm:cxn modelId="{FF3DCE50-9D4C-4778-B67E-7F6AA742FE37}" type="presParOf" srcId="{E4348146-BA44-4D13-B497-8D2195706837}" destId="{EE91F61B-DF9A-407E-A99D-25123C22D909}" srcOrd="6" destOrd="0" presId="urn:microsoft.com/office/officeart/2005/8/layout/vProcess5"/>
    <dgm:cxn modelId="{85F3FF19-7121-4B53-87F1-46A18FD48B0C}" type="presParOf" srcId="{E4348146-BA44-4D13-B497-8D2195706837}" destId="{EE3AFEC2-FD16-46F4-98EA-3DE4D44E66B2}" srcOrd="7" destOrd="0" presId="urn:microsoft.com/office/officeart/2005/8/layout/vProcess5"/>
    <dgm:cxn modelId="{DADECD26-1CA0-426F-A895-7007DA685089}" type="presParOf" srcId="{E4348146-BA44-4D13-B497-8D2195706837}" destId="{AD0AD3C9-B79C-4830-9BC5-658E9DE71B9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4582BB-C780-4FF2-9296-BF311D5194BF}">
      <dsp:nvSpPr>
        <dsp:cNvPr id="0" name=""/>
        <dsp:cNvSpPr/>
      </dsp:nvSpPr>
      <dsp:spPr>
        <a:xfrm>
          <a:off x="0" y="80644"/>
          <a:ext cx="6666833" cy="17046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kern="1200"/>
            <a:t>Propiedad Extrema (Ownership): Responsabilidad total del ciclo de vida del código.</a:t>
          </a:r>
          <a:endParaRPr lang="en-US" sz="3100" kern="1200"/>
        </a:p>
      </dsp:txBody>
      <dsp:txXfrm>
        <a:off x="83216" y="163860"/>
        <a:ext cx="6500401" cy="1538258"/>
      </dsp:txXfrm>
    </dsp:sp>
    <dsp:sp modelId="{A64D262B-D22D-4D66-9848-708CD4BFD1CB}">
      <dsp:nvSpPr>
        <dsp:cNvPr id="0" name=""/>
        <dsp:cNvSpPr/>
      </dsp:nvSpPr>
      <dsp:spPr>
        <a:xfrm>
          <a:off x="0" y="1874614"/>
          <a:ext cx="6666833" cy="170469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kern="1200"/>
            <a:t>Entrega de Valor Continua: Fomentar metodologías ágiles y MVPs.</a:t>
          </a:r>
          <a:endParaRPr lang="en-US" sz="3100" kern="1200"/>
        </a:p>
      </dsp:txBody>
      <dsp:txXfrm>
        <a:off x="83216" y="1957830"/>
        <a:ext cx="6500401" cy="1538258"/>
      </dsp:txXfrm>
    </dsp:sp>
    <dsp:sp modelId="{0068B8A3-9C77-4EAA-BE9B-4854ECF4EE93}">
      <dsp:nvSpPr>
        <dsp:cNvPr id="0" name=""/>
        <dsp:cNvSpPr/>
      </dsp:nvSpPr>
      <dsp:spPr>
        <a:xfrm>
          <a:off x="0" y="3668585"/>
          <a:ext cx="6666833" cy="170469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kern="1200"/>
            <a:t>Mentalidad de Producto: Entender el 'porqué' técnico de cada funcionalidad.</a:t>
          </a:r>
          <a:endParaRPr lang="en-US" sz="3100" kern="1200"/>
        </a:p>
      </dsp:txBody>
      <dsp:txXfrm>
        <a:off x="83216" y="3751801"/>
        <a:ext cx="6500401" cy="1538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7CDB7F-39D9-4712-8779-9D2F542082ED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8C2DA4-34B5-4797-821F-B6823536C8F7}">
      <dsp:nvSpPr>
        <dsp:cNvPr id="0" name=""/>
        <dsp:cNvSpPr/>
      </dsp:nvSpPr>
      <dsp:spPr>
        <a:xfrm>
          <a:off x="0" y="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200" kern="1200"/>
            <a:t>Colaboración: Mentoría y Pair Programming para evitar silos de conocimiento.</a:t>
          </a:r>
          <a:endParaRPr lang="en-US" sz="4200" kern="1200"/>
        </a:p>
      </dsp:txBody>
      <dsp:txXfrm>
        <a:off x="0" y="0"/>
        <a:ext cx="6666833" cy="2726960"/>
      </dsp:txXfrm>
    </dsp:sp>
    <dsp:sp modelId="{18929E0F-3BD3-4256-8296-4F60C3CF206E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A60CA4-AB44-4204-9CCF-F471828AC800}">
      <dsp:nvSpPr>
        <dsp:cNvPr id="0" name=""/>
        <dsp:cNvSpPr/>
      </dsp:nvSpPr>
      <dsp:spPr>
        <a:xfrm>
          <a:off x="0" y="272696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200" kern="1200"/>
            <a:t>Feedback: Retrospectivas técnicas constantes para la mejora continua.</a:t>
          </a:r>
          <a:endParaRPr lang="en-US" sz="4200" kern="1200"/>
        </a:p>
      </dsp:txBody>
      <dsp:txXfrm>
        <a:off x="0" y="2726960"/>
        <a:ext cx="6666833" cy="27269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95CE5-996D-4BC8-9206-032D50B711A4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200" kern="1200"/>
            <a:t>Detección Temprana: Cultura de reporte proactivo de impedimentos.</a:t>
          </a:r>
          <a:endParaRPr lang="en-US" sz="3200" kern="1200"/>
        </a:p>
      </dsp:txBody>
      <dsp:txXfrm>
        <a:off x="38234" y="38234"/>
        <a:ext cx="7529629" cy="1228933"/>
      </dsp:txXfrm>
    </dsp:sp>
    <dsp:sp modelId="{1510ECE4-3907-413C-B27D-3A3349620960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200" kern="1200"/>
            <a:t>Deuda Técnica: Equilibrio estratégico entre velocidad y salud del sistema.</a:t>
          </a:r>
          <a:endParaRPr lang="en-US" sz="3200" kern="1200"/>
        </a:p>
      </dsp:txBody>
      <dsp:txXfrm>
        <a:off x="826903" y="1561202"/>
        <a:ext cx="7224611" cy="1228933"/>
      </dsp:txXfrm>
    </dsp:sp>
    <dsp:sp modelId="{1EB11CD6-79D9-431B-89BF-0D981EAD9CFF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200" kern="1200"/>
            <a:t>Mitigación: Planes de contingencia para servicios críticos y dependencias.</a:t>
          </a:r>
          <a:endParaRPr lang="en-US" sz="3200" kern="1200"/>
        </a:p>
      </dsp:txBody>
      <dsp:txXfrm>
        <a:off x="1615573" y="3084170"/>
        <a:ext cx="7224611" cy="1228933"/>
      </dsp:txXfrm>
    </dsp:sp>
    <dsp:sp modelId="{1FC50611-9C76-4EB7-944B-20E38638843D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01</a:t>
          </a:r>
        </a:p>
      </dsp:txBody>
      <dsp:txXfrm>
        <a:off x="8280664" y="989929"/>
        <a:ext cx="466680" cy="638504"/>
      </dsp:txXfrm>
    </dsp:sp>
    <dsp:sp modelId="{EBE7090E-B55B-420A-B8A4-7AE6EA56D246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02</a:t>
          </a:r>
        </a:p>
      </dsp:txBody>
      <dsp:txXfrm>
        <a:off x="9069334" y="2504195"/>
        <a:ext cx="466680" cy="638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C8B71-3351-4713-30C2-4ECDD3D06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9AF06F-81E7-B2F1-6B9A-40A0EB1C5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E3BAA1-0ECB-9D5F-DF3F-3C08801A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E2C000-BA92-60B9-6590-64C8C1453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6A500C-C450-2C7C-2516-27A5EF59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0921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986A0-0126-35AE-E6C7-AC70DF95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D4EB3F-4C60-8F83-BA95-64A13701E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BFA7F9-4EB5-4A64-15CF-09D3FAFA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99BFB2-03B7-D2ED-BDBB-A2A9C8DC1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E106C9-5091-7BEE-7B79-1FE6DA4D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8710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FB81A-ED22-1767-DBBC-B14939B43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355CCB-D84E-CF81-824F-19D9E175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E3429E-5089-2771-E802-056255FE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9033BA-34B4-559E-8A74-285D0D4B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E23128-7F07-C2ED-54CF-495D998C8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651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161DF-6B1F-5024-DC55-DCE042762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6F6A59-C386-9C93-B45A-71EE070E5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9FC529-E3A7-672D-1BD1-E94B3FDD9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981352-2E9E-567C-7A96-51A426892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45C442-3269-92C0-4914-BDEFF1BA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A266EF-0812-C178-23DA-54A348F8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598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4E7F7-4186-0FEA-8F8A-F8872D9F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FC4E66-6929-0A6A-ED27-42B149300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C6E93E-301E-B028-2B2E-A3EFAF374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C32F032-A775-72F2-176F-4D384E509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9346D2F-1442-E1AB-C4CB-C4617BDFB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E72A308-8147-6ECD-A9CD-441ADA6B3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7E80E8-DB40-26DB-783E-9DD02E655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937979B-A49A-DA92-EB28-3DA50E57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3615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5F432-3FFD-E08D-9880-01D7D864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314BF8-2431-1859-4F03-256375B3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7319FE-D3AB-2ECD-614E-45869BE1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35B1AB-6288-3586-D919-A1CE9218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9378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F77EB8-4EA1-7F16-7B09-B688E9BC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30A9475-7931-4CE4-E2EE-ABAD7558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34A378-350E-C1EA-0837-6F30781C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9560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63AAD-45E2-F29D-264A-6A5AA2CF3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CFD8C6-F4EF-8240-E6A6-2957FBEAE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6ED0DF-D581-83C9-7FF0-8105117AE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BA9965-3ED2-B85D-2FC2-27780B8F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257703-ADA3-7E27-D584-044022B4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FB34C3-7622-0331-1B3C-19FF1497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078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BDE12-E716-C2AF-2669-47675F289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3EEA30-94D0-83E4-205A-01A889D4F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9ECCE0-C3FD-D2E1-B4EE-F93CD2605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7E248D-AD19-10A0-7E3C-0FD1ADD3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CD6CA8-D99D-006D-C93B-E78488A0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05CD86-EFB4-978E-0BEA-B1B8197E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617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BF086-690F-FDBF-BE20-33C21DCD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184A33-2A71-4F7F-2BF1-0EA69093B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163A26-C19D-A8B7-959C-D5D1F415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2DDFF4-7CCB-FB1B-1C66-DFC423A1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558FE0-DFAC-BBC8-68BE-2276AB66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5066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DFCFA9-F7A1-C247-15E5-52F82B059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B41C39-993E-7BDA-E7F5-2497FBA04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F0E69F-8FFB-30CE-D7B5-EBE49D270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26812C-FC43-F37F-0EF4-91A705A1F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91DEB3-8946-FDB3-F88E-86C1049F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5847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D662B-ED3A-4FF8-35BC-F50E4933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A6347D-5FAA-E1FD-D7EF-D9046D3AE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B02552-696C-588D-382D-A3A0A8433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0BCF04-0EB3-69B5-B9DE-9F12672B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FC71F-59EC-888E-CBF3-516BC04D0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57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193CA7-5A06-7377-3C8C-F1D8C8A9E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E471C6-70BB-CE9D-FF3C-90B99F937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BADA79-D04C-0999-1F68-30B072B35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6A1D4-AE2B-4750-9ED9-81B44F2811F1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67B417-1113-C562-6BD6-AFBBC8720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076AC3-12AF-C637-1724-C239F0AA3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9E4A2-887C-43DF-AD49-00BAABA566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398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E75E9C-30AD-CDDD-3D0A-CADE72C40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s-CO" sz="4800">
                <a:solidFill>
                  <a:srgbClr val="FFFFFF"/>
                </a:solidFill>
              </a:rPr>
              <a:t>Estrategia de Liderazgo y Ejecución Técnica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CE3466-B777-07E4-697E-E0368E88A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s-CO" sz="1500" dirty="0">
                <a:solidFill>
                  <a:srgbClr val="FFFFFF"/>
                </a:solidFill>
              </a:rPr>
              <a:t>William Melo</a:t>
            </a:r>
          </a:p>
          <a:p>
            <a:pPr algn="r"/>
            <a:r>
              <a:rPr lang="es-CO" sz="1500" dirty="0">
                <a:solidFill>
                  <a:srgbClr val="FFFFFF"/>
                </a:solidFill>
              </a:rPr>
              <a:t>• Eliminar obstáculos para empoderar al equipo.</a:t>
            </a:r>
          </a:p>
          <a:p>
            <a:pPr algn="r"/>
            <a:r>
              <a:rPr lang="es-CO" sz="1500" dirty="0">
                <a:solidFill>
                  <a:srgbClr val="FFFFFF"/>
                </a:solidFill>
              </a:rPr>
              <a:t>• Excelencia Técnica: </a:t>
            </a:r>
            <a:r>
              <a:rPr lang="es-CO" sz="1500" dirty="0" err="1">
                <a:solidFill>
                  <a:srgbClr val="FFFFFF"/>
                </a:solidFill>
              </a:rPr>
              <a:t>Code</a:t>
            </a:r>
            <a:r>
              <a:rPr lang="es-CO" sz="1500" dirty="0">
                <a:solidFill>
                  <a:srgbClr val="FFFFFF"/>
                </a:solidFill>
              </a:rPr>
              <a:t> </a:t>
            </a:r>
            <a:r>
              <a:rPr lang="es-CO" sz="1500" dirty="0" err="1">
                <a:solidFill>
                  <a:srgbClr val="FFFFFF"/>
                </a:solidFill>
              </a:rPr>
              <a:t>Reviews</a:t>
            </a:r>
            <a:r>
              <a:rPr lang="es-CO" sz="1500" dirty="0">
                <a:solidFill>
                  <a:srgbClr val="FFFFFF"/>
                </a:solidFill>
              </a:rPr>
              <a:t> y </a:t>
            </a:r>
            <a:r>
              <a:rPr lang="es-CO" sz="1500" dirty="0" err="1">
                <a:solidFill>
                  <a:srgbClr val="FFFFFF"/>
                </a:solidFill>
              </a:rPr>
              <a:t>Testing</a:t>
            </a:r>
            <a:r>
              <a:rPr lang="es-CO" sz="1500" dirty="0">
                <a:solidFill>
                  <a:srgbClr val="FFFFFF"/>
                </a:solidFill>
              </a:rPr>
              <a:t> como estándares.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45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719873-6B89-694A-9C11-1C1F7062F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Mentalidad del Proyecto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0AB03451-CE3C-775B-3E64-4424D06063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446296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805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2F747E-7CBB-D100-9625-F7FA13DCE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Dinámica de Equipo y Comunicación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1DE0ECD3-9714-328D-C968-8FDF6D2C35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893133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6074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3DDC081-CB7E-C741-C570-BACBEE3E797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B05D54-EFFC-F920-7624-175F5D67E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Gestión de Riesgos y Bloqueos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3F0CC311-EC55-83D9-67FF-A45A28BCD0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29367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47154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135</Words>
  <Application>Microsoft Office PowerPoint</Application>
  <PresentationFormat>Panorámica</PresentationFormat>
  <Paragraphs>17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Estrategia de Liderazgo y Ejecución Técnica</vt:lpstr>
      <vt:lpstr>Mentalidad del Proyecto</vt:lpstr>
      <vt:lpstr>Dinámica de Equipo y Comunicación</vt:lpstr>
      <vt:lpstr>Gestión de Riesgos y Bloqueos</vt:lpstr>
    </vt:vector>
  </TitlesOfParts>
  <Company>FGS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Giovanny Melo Ramos</dc:creator>
  <cp:lastModifiedBy>William Giovanny Melo Ramos</cp:lastModifiedBy>
  <cp:revision>1</cp:revision>
  <dcterms:created xsi:type="dcterms:W3CDTF">2026-01-30T17:27:03Z</dcterms:created>
  <dcterms:modified xsi:type="dcterms:W3CDTF">2026-01-30T18:02:21Z</dcterms:modified>
</cp:coreProperties>
</file>